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48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E79A8-E9AB-4249-A2FE-69C4E1882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2B7E2C-18DB-4EE9-95C3-0F7BF3BE1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DC5868-EBE2-4C82-875D-C4553E1E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A20C68-D5C0-430A-913A-918576EF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A84E7-84B4-4A74-A2D2-FCC8AB41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69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82A6A-F846-4A0A-8220-E9233D272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D5740A-3565-4F15-9468-14F72B2F0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F04F15-01FC-4C2A-8425-8A3EDFB7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16B558-2454-4E21-AAE3-71842E80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92AE99-4268-46B1-A8F8-9A8692A1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34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E633B-0A15-49B4-B2B9-1F5199D2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510F2C-E118-4524-BCB0-03AD5BD0A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AB8F31-5288-409D-BB52-BC42A384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4E2CAD-4B8B-454D-AFB1-E0E7A3F6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DF76BA-E5C6-476D-BBF2-FCDD0E99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83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F920A-3204-424E-B526-5ABAFA855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F3B2CC-F3B5-4BB7-B79F-F13C4C38B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C8F1AE-A6AA-4852-94F5-7761CA892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767562-08F2-4411-894A-D71519D0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99B45F-F776-4CB3-AF84-678D9B5E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6EF21B-7AB7-47E4-AD3D-FEDB24C0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86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93304-65E3-44CA-B8C8-EC229054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69FB37-4FC7-4FC9-8E35-300F0DB7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5D5A559-B522-46C7-833C-C00A35FC4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F49484-835B-4124-9D44-6D56901E6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F3900C-FA78-4D0C-B653-174C11364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A39A8C-B3F6-43C5-A80F-65953FBE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D8FF75-4473-4575-9BE2-BBC8E123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28BBDE-3FAA-462B-AA5A-7AD6B312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37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F52F6-753F-43D8-A687-E9EE5740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B9631E-A54F-4EA4-A18E-147013F2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CE1BA6-B0D9-4496-B399-AD8483E8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3CADF3-90C3-4B8F-BBA6-9BD03978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06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714473-8E8F-4B1C-B7C3-A6EB182D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88C05B-9CAB-4E05-ACF5-BF9CF259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554418-EA13-40CD-85A9-9AA2241D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50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928D3-9C40-42AC-AB09-59BD7E409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FB4D76-41D5-4D8A-9CCE-0C1FA8F60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71690C-3E88-4AC3-9C89-3B001CB5A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F8C36C-EF96-4C4F-94FB-E80C9C3F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488DBF-137A-44B7-9DE0-93BEED5A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50B6C8-C0B1-49F1-83D3-AAF57637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82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9E7FF-8815-4EF9-A872-B868CCAEE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780FB0-B008-4F3D-B42E-D1684ACAE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0AA3A8-D129-447D-A9C5-236B0F0F0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F585D1-B718-425D-A507-2BD1071E8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D38C3C-CC4D-472D-8C99-404A751F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E2EC8A-3729-4F20-BA00-CD4D3177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0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5A5FB-3032-4CD6-B529-F5705D9C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CB0EE2-DA13-45AA-B559-B58BB9B59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0A524F-875A-4797-8154-65328B01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10E428-CBFA-4E0F-BF7F-F6062A56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767D4D-E97A-4D8F-A7EB-B3E20EED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52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66C62F-E99E-48C0-A3D8-D3DFE960F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A00D31-267B-40AD-8D5F-AE953ED77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2E8AD2-1B09-42A5-9E88-B47AA067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E92429-E2C5-41CC-BD3B-CE2CBA85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5CA695-A03F-42AF-9E1A-3D6E7D0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8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CC049-C552-4D60-9FD2-2F3BE2B1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897D87-20B1-49B5-9A8C-256355346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B9ED95-3B3D-4A0E-A3CF-416E2F0D2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2DE24-9832-4CEC-A5CF-17FA48079F1F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06CFD3-CA28-415E-91B5-7B9052380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D8210-2916-4870-B1F2-91C838E98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179EC-CC71-47C4-9FBC-5E51234C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89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5F0954-1D48-40F4-9588-5E83C819307D}"/>
              </a:ext>
            </a:extLst>
          </p:cNvPr>
          <p:cNvSpPr txBox="1"/>
          <p:nvPr/>
        </p:nvSpPr>
        <p:spPr>
          <a:xfrm>
            <a:off x="685800" y="381000"/>
            <a:ext cx="1079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Tishte Serif" panose="02020503000000000000" pitchFamily="18" charset="-52"/>
              </a:rPr>
              <a:t>Tishte: </a:t>
            </a:r>
            <a:r>
              <a:rPr lang="ru-RU" sz="2600" b="1">
                <a:latin typeface="Tishte Serif" panose="02020503000000000000" pitchFamily="18" charset="-52"/>
              </a:rPr>
              <a:t>проверка в презентации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CA63B-3208-4395-9B75-654525CFB914}"/>
              </a:ext>
            </a:extLst>
          </p:cNvPr>
          <p:cNvSpPr txBox="1"/>
          <p:nvPr/>
        </p:nvSpPr>
        <p:spPr>
          <a:xfrm>
            <a:off x="685800" y="1397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400" b="1">
                <a:latin typeface="Tishte Serif" panose="02020503000000000000" pitchFamily="18" charset="-52"/>
              </a:rPr>
              <a:t>Tishte Serif</a:t>
            </a:r>
          </a:p>
          <a:p>
            <a:endParaRPr lang="en-US" sz="1600">
              <a:latin typeface="Tishte Serif" panose="02020503000000000000" pitchFamily="18" charset="-52"/>
            </a:endParaRPr>
          </a:p>
          <a:p>
            <a:r>
              <a:rPr lang="ru-RU" sz="1600">
                <a:latin typeface="Tishte Serif" panose="02020503000000000000" pitchFamily="18" charset="-52"/>
              </a:rPr>
              <a:t>Съешь ещё этих мягких французских булок, да выпей чаю.</a:t>
            </a:r>
          </a:p>
          <a:p>
            <a:endParaRPr lang="ru-RU" sz="1600">
              <a:latin typeface="Tishte Serif" panose="02020503000000000000" pitchFamily="18" charset="-52"/>
            </a:endParaRPr>
          </a:p>
          <a:p>
            <a:r>
              <a:rPr lang="ru-RU" sz="1600">
                <a:latin typeface="Tishte Serif" panose="02020503000000000000" pitchFamily="18" charset="-52"/>
              </a:rPr>
              <a:t>Луговой марийский: Ӓӓ Ӧӧ Ӱӱ Ҥҥ.  Горномарийский: Ӓӓ Ӧӧ Ӱӱ Ӹӹ.</a:t>
            </a:r>
          </a:p>
          <a:p>
            <a:endParaRPr lang="ru-RU" sz="1600">
              <a:latin typeface="Tishte Serif" panose="02020503000000000000" pitchFamily="18" charset="-52"/>
            </a:endParaRPr>
          </a:p>
          <a:p>
            <a:r>
              <a:rPr lang="en-US" sz="1600">
                <a:latin typeface="Tishte Serif" panose="02020503000000000000" pitchFamily="18" charset="-52"/>
              </a:rPr>
              <a:t>The quick brown fox jumps over the lazy dog.  0123456789  </a:t>
            </a:r>
            <a:r>
              <a:rPr lang="ru-RU" sz="1600">
                <a:latin typeface="Tishte Serif" panose="02020503000000000000" pitchFamily="18" charset="-52"/>
              </a:rPr>
              <a:t>₽ € $ £ 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BEC2A-95F6-4298-B1D4-7A393553368D}"/>
              </a:ext>
            </a:extLst>
          </p:cNvPr>
          <p:cNvSpPr txBox="1"/>
          <p:nvPr/>
        </p:nvSpPr>
        <p:spPr>
          <a:xfrm>
            <a:off x="6350000" y="13970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400" b="1">
                <a:latin typeface="Tishte Sans"/>
              </a:rPr>
              <a:t>Tishte Sans</a:t>
            </a:r>
          </a:p>
          <a:p>
            <a:endParaRPr lang="en-US" sz="1600">
              <a:latin typeface="Tishte Sans"/>
            </a:endParaRPr>
          </a:p>
          <a:p>
            <a:r>
              <a:rPr lang="ru-RU" sz="1600">
                <a:latin typeface="Tishte Sans"/>
              </a:rPr>
              <a:t>Съешь ещё этих мягких французских булок, да выпей чаю.</a:t>
            </a:r>
          </a:p>
          <a:p>
            <a:endParaRPr lang="ru-RU" sz="1600">
              <a:latin typeface="Tishte Sans"/>
            </a:endParaRPr>
          </a:p>
          <a:p>
            <a:r>
              <a:rPr lang="ru-RU" sz="1600">
                <a:latin typeface="Tishte Sans"/>
              </a:rPr>
              <a:t>Луговой марийский: Ӓӓ Ӧӧ Ӱӱ Ҥҥ.  Горномарийский: Ӓӓ Ӧӧ Ӱӱ Ӹӹ.</a:t>
            </a:r>
          </a:p>
          <a:p>
            <a:endParaRPr lang="ru-RU" sz="1600">
              <a:latin typeface="Tishte Sans"/>
            </a:endParaRPr>
          </a:p>
          <a:p>
            <a:r>
              <a:rPr lang="en-US" sz="1600">
                <a:latin typeface="Tishte Sans"/>
              </a:rPr>
              <a:t>The quick brown fox jumps over the lazy dog.  0123456789  </a:t>
            </a:r>
            <a:r>
              <a:rPr lang="ru-RU" sz="1600">
                <a:latin typeface="Tishte Sans"/>
              </a:rPr>
              <a:t>₽ € $ £ ¥</a:t>
            </a:r>
          </a:p>
        </p:txBody>
      </p:sp>
    </p:spTree>
    <p:extLst>
      <p:ext uri="{BB962C8B-B14F-4D97-AF65-F5344CB8AC3E}">
        <p14:creationId xmlns:p14="http://schemas.microsoft.com/office/powerpoint/2010/main" val="10033500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Произвольный</PresentationFormat>
  <Paragraphs>15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Tishte Sans</vt:lpstr>
      <vt:lpstr>Tishte Serif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Tishte office font test</dc:title>
  <dc:creator>Tishte Project</dc:creator>
  <cp:lastModifiedBy>Tishte Project</cp:lastModifiedBy>
  <cp:revision>1</cp:revision>
  <dcterms:created xsi:type="dcterms:W3CDTF">2026-08-20T00:00:00Z</dcterms:created>
  <dcterms:modified xsi:type="dcterms:W3CDTF">2026-08-20T00:00:00Z</dcterms:modified>
</cp:coreProperties>
</file>